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f9b98aaa4c4649" /><Relationship Type="http://schemas.openxmlformats.org/officeDocument/2006/relationships/extended-properties" Target="/docProps/app.xml" Id="R0a8ccf24313d407e" /><Relationship Type="http://schemas.openxmlformats.org/officeDocument/2006/relationships/officeDocument" Target="/ppt/presentation.xml" Id="Rfb3f70f26bf840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43dfc13765143c7"/>
  </p:sldMasterIdLst>
  <p:notesMasterIdLst>
    <p:notesMasterId xmlns:r="http://schemas.openxmlformats.org/officeDocument/2006/relationships" r:id="R27ac03b9deb74e03"/>
  </p:notesMasterIdLst>
  <p:sldIdLst>
    <p:sldId xmlns:r="http://schemas.openxmlformats.org/officeDocument/2006/relationships" id="256" r:id="R0f128a4a85524e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414b2925a0642e2" /><Relationship Type="http://schemas.openxmlformats.org/officeDocument/2006/relationships/slideMaster" Target="/ppt/slideMasters/slideMaster1.xml" Id="R343dfc13765143c7" /><Relationship Type="http://schemas.openxmlformats.org/officeDocument/2006/relationships/notesMaster" Target="/ppt/notesMasters/notesMaster1.xml" Id="R27ac03b9deb74e03" /><Relationship Type="http://schemas.openxmlformats.org/officeDocument/2006/relationships/presProps" Target="/ppt/presProps.xml" Id="R0c4459464aa24cf8" /><Relationship Type="http://schemas.openxmlformats.org/officeDocument/2006/relationships/tableStyles" Target="/ppt/tableStyles.xml" Id="Rc434c1b14d174218" /><Relationship Type="http://schemas.openxmlformats.org/officeDocument/2006/relationships/slide" Target="/ppt/slides/slide1.xml" Id="R0f128a4a85524e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cfa2e7a04f41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81fe3d3a0644a0" /><Relationship Type="http://schemas.openxmlformats.org/officeDocument/2006/relationships/notesMaster" Target="/ppt/notesMasters/notesMaster1.xml" Id="R73c0a80093874a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8d62960fc740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02c1c39a7842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c9803391244bd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dc939d18d345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f51508ae07421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328183b4e941b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A7C294-61BE-46FD-A662-DDA14CDA4A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080DBE6-6FF9-416A-9A96-1A11E5A9437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CA6668D-DF2C-4CE6-9D5E-9DCD2769D0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C58093C-9FA6-42BC-A1CE-78D97E8104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E10B5A62-2254-456A-ABD8-57608A30EA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D3F954DB-4651-4A46-87E1-070917288E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3CC9BC5-F71B-49DF-863E-B2B22DE7578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FE6432-2157-4B31-B8B5-F9E7CF6736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80E9C2E-6E50-458E-AB74-2FA9FE511B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8ED9114-91DC-44FB-BE5C-170560F428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9a604bb7674cc0" /><Relationship Type="http://schemas.openxmlformats.org/officeDocument/2006/relationships/slideLayout" Target="/ppt/slideLayouts/slideLayout1.xml" Id="R229181efd2df48ea" /><Relationship Type="http://schemas.openxmlformats.org/officeDocument/2006/relationships/slideLayout" Target="/ppt/slideLayouts/slideLayout2.xml" Id="R186b7928809f40e6" /><Relationship Type="http://schemas.openxmlformats.org/officeDocument/2006/relationships/slideLayout" Target="/ppt/slideLayouts/slideLayout3.xml" Id="R011b4b1a6d35460f" /><Relationship Type="http://schemas.openxmlformats.org/officeDocument/2006/relationships/slideLayout" Target="/ppt/slideLayouts/slideLayout4.xml" Id="R558bcfb589fb4270" /><Relationship Type="http://schemas.openxmlformats.org/officeDocument/2006/relationships/slideLayout" Target="/ppt/slideLayouts/slideLayout5.xml" Id="Rf796755e828c49d6" /><Relationship Type="http://schemas.openxmlformats.org/officeDocument/2006/relationships/slideLayout" Target="/ppt/slideLayouts/slideLayout6.xml" Id="R7e615b58dfcc4d4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9181efd2df48ea"/>
    <p:sldLayoutId xmlns:r="http://schemas.openxmlformats.org/officeDocument/2006/relationships" id="2147483650" r:id="R186b7928809f40e6"/>
    <p:sldLayoutId xmlns:r="http://schemas.openxmlformats.org/officeDocument/2006/relationships" id="2147483651" r:id="R011b4b1a6d35460f"/>
    <p:sldLayoutId xmlns:r="http://schemas.openxmlformats.org/officeDocument/2006/relationships" id="2147483652" r:id="R558bcfb589fb4270"/>
    <p:sldLayoutId xmlns:r="http://schemas.openxmlformats.org/officeDocument/2006/relationships" id="2147483653" r:id="Rf796755e828c49d6"/>
    <p:sldLayoutId xmlns:r="http://schemas.openxmlformats.org/officeDocument/2006/relationships" id="2147483654" r:id="R7e615b58dfcc4d4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17b2bc3cb34d31" /><Relationship Type="http://schemas.openxmlformats.org/officeDocument/2006/relationships/notesSlide" Target="/ppt/notesSlides/notesSlide1.xml" Id="Ra186cbc2ee2348c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  <p:extLst>
      <p:ext uri="{BB962C8B-B14F-4D97-AF65-F5344CB8AC3E}">
        <p14:creationId xmlns:p14="http://schemas.microsoft.com/office/powerpoint/2010/main" val="15141584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2026-10-19T06:46:54.3190000Z</dcterms:created>
  <dcterms:modified xsi:type="dcterms:W3CDTF">2026-10-19T06:46:54.3190000Z</dcterms:modified>
</coreProperties>
</file>